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2192000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0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0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03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04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05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0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07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08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09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0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1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2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3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4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5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6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7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8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9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20.pn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21.png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22.png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23.png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24.png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25.png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26.png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27.png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28.png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1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/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2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3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4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5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6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7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8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9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10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11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12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13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14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/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15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16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17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/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18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19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20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21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/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22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23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/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24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25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/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26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/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27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/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28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/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29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hiteImageDeck">
  <a:themeElements>
    <a:clrScheme name="WhiteImageDeck">
      <a:dk1>
        <a:srgbClr val="111827"/>
      </a:dk1>
      <a:lt1>
        <a:srgbClr val="FFFFFF"/>
      </a:lt1>
      <a:dk2>
        <a:srgbClr val="263244"/>
      </a:dk2>
      <a:lt2>
        <a:srgbClr val="F8FAFC"/>
      </a:lt2>
      <a:accent1>
        <a:srgbClr val="2563EB"/>
      </a:accent1>
      <a:accent2>
        <a:srgbClr val="0F766E"/>
      </a:accent2>
      <a:accent3>
        <a:srgbClr val="D97706"/>
      </a:accent3>
      <a:accent4>
        <a:srgbClr val="DC2626"/>
      </a:accent4>
      <a:accent5>
        <a:srgbClr val="7C3AED"/>
      </a:accent5>
      <a:accent6>
        <a:srgbClr val="0891B2"/>
      </a:accent6>
      <a:hlink>
        <a:srgbClr val="2563EB"/>
      </a:hlink>
      <a:folHlink>
        <a:srgbClr val="7C3AED"/>
      </a:folHlink>
    </a:clrScheme>
    <a:fontScheme name="WhiteImageDeck">
      <a:majorFont>
        <a:latin typeface="Aptos"/>
      </a:majorFont>
      <a:minorFont>
        <a:latin typeface="Aptos"/>
      </a:minorFont>
    </a:fontScheme>
    <a:fmtScheme name="WhiteImageDeck">
      <a:fillStyleLst/>
      <a:lnStyleLst/>
      <a:effectStyleLst/>
      <a:bgFillStyleLst/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OpenClaw SVG Render Deck</Application>
  <PresentationFormat>On-screen Show (16:9)</PresentationFormat>
  <Slides>29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Judge Agent Context Engineering Technical Seminar</dc:title>
  <dc:creator>OpenClaw</dc:creator>
  <cp:lastModifiedBy>OpenClaw</cp:lastModifiedBy>
  <dcterms:created xsi:type="dcterms:W3CDTF">2026-05-15T01:31:31Z</dcterms:created>
  <dcterms:modified xsi:type="dcterms:W3CDTF">2026-05-15T01:31:31Z</dcterms:modified>
</cp:coreProperties>
</file>