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32918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00" b="1">
                <a:solidFill>
                  <a:srgbClr val="64748B"/>
                </a:solidFill>
                <a:latin typeface="Aptos"/>
              </a:rPr>
              <a:t>WHITE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5943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700" b="1">
                <a:solidFill>
                  <a:srgbClr val="64748B"/>
                </a:solidFill>
                <a:latin typeface="Aptos"/>
              </a:rPr>
              <a:t>01/03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pple SD Gothic Neo"/>
              </a:rPr>
              <a:t>Judge Agent Context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914400"/>
            <a:ext cx="57607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40" b="0">
                <a:solidFill>
                  <a:srgbClr val="64748B"/>
                </a:solidFill>
                <a:latin typeface="Apple SD Gothic Neo"/>
              </a:rPr>
              <a:t>컨텍스트 설계 · LangGraph 런타임 · Drift 관측/평가를 하나의 운영 아키텍처로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971800" cy="4526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37160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Architecture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103120"/>
            <a:ext cx="54864" cy="384048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121408"/>
            <a:ext cx="109728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377439"/>
            <a:ext cx="214884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10" b="0">
                <a:solidFill>
                  <a:srgbClr val="334155"/>
                </a:solidFill>
                <a:latin typeface="Apple SD Gothic Neo"/>
              </a:rPr>
              <a:t>Agent drift는 최종 답변만으로 원인 추적이 어렵다.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182111"/>
            <a:ext cx="54864" cy="3840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00399"/>
            <a:ext cx="109728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Aptos"/>
              </a:rPr>
              <a:t>Design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456431"/>
            <a:ext cx="214884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10" b="0">
                <a:solidFill>
                  <a:srgbClr val="334155"/>
                </a:solidFill>
                <a:latin typeface="Apple SD Gothic Neo"/>
              </a:rPr>
              <a:t>Context를 state/evidence/trace로 분해하고 graph boundary로 통제한다.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4261104"/>
            <a:ext cx="54864" cy="384048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279392"/>
            <a:ext cx="1097280" cy="1188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50" b="1">
                <a:solidFill>
                  <a:srgbClr val="0F172A"/>
                </a:solidFill>
                <a:latin typeface="Aptos"/>
              </a:rPr>
              <a:t>Judge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535424"/>
            <a:ext cx="214884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10" b="0">
                <a:solidFill>
                  <a:srgbClr val="334155"/>
                </a:solidFill>
                <a:latin typeface="Apple SD Gothic Neo"/>
              </a:rPr>
              <a:t>실행 trace와 validation result를 평가 가능한 증거로 변환한다.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1325880"/>
            <a:ext cx="726948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554480"/>
            <a:ext cx="20116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50" b="1">
                <a:solidFill>
                  <a:srgbClr val="64748B"/>
                </a:solidFill>
                <a:latin typeface="Aptos"/>
              </a:rPr>
              <a:t>Agent Runtime Boundary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874519"/>
            <a:ext cx="1143000" cy="3429000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048256"/>
            <a:ext cx="77724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80" b="1">
                <a:solidFill>
                  <a:srgbClr val="2563EB"/>
                </a:solidFill>
                <a:latin typeface="Aptos"/>
              </a:rPr>
              <a:t>INPUTS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423160"/>
            <a:ext cx="74980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2423160"/>
            <a:ext cx="50292" cy="402336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2542032"/>
            <a:ext cx="5212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2752344"/>
            <a:ext cx="521207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090672"/>
            <a:ext cx="74980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3090672"/>
            <a:ext cx="50292" cy="402336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3209544"/>
            <a:ext cx="5212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2584" y="3419856"/>
            <a:ext cx="521207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RAG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758184"/>
            <a:ext cx="74980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3758184"/>
            <a:ext cx="50292" cy="402336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3877056"/>
            <a:ext cx="5212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4087368"/>
            <a:ext cx="521207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artifact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425696"/>
            <a:ext cx="749808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26280" y="4425696"/>
            <a:ext cx="50292" cy="402336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2584" y="4544568"/>
            <a:ext cx="521207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584" y="4754880"/>
            <a:ext cx="521207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schema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1874519"/>
            <a:ext cx="2148840" cy="3429000"/>
          </a:xfrm>
          <a:prstGeom prst="rect">
            <a:avLst/>
          </a:prstGeom>
          <a:solidFill>
            <a:srgbClr val="F0FDFA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8" y="2048256"/>
            <a:ext cx="150876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80" b="1">
                <a:solidFill>
                  <a:srgbClr val="0D9488"/>
                </a:solidFill>
                <a:latin typeface="Aptos"/>
              </a:rPr>
              <a:t>CONTEXT FABRIC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2542032"/>
            <a:ext cx="117043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2542032"/>
            <a:ext cx="50292" cy="438912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2660903"/>
            <a:ext cx="941832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2784" y="2871215"/>
            <a:ext cx="941832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include/select/exclude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3291840"/>
            <a:ext cx="117043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3291840"/>
            <a:ext cx="50292" cy="438912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3410712"/>
            <a:ext cx="941832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3621024"/>
            <a:ext cx="941832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priority/order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4041648"/>
            <a:ext cx="117043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4041648"/>
            <a:ext cx="50292" cy="438912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4160520"/>
            <a:ext cx="941832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Project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4370832"/>
            <a:ext cx="941832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node 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1874519"/>
            <a:ext cx="1417320" cy="342900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2" y="2048256"/>
            <a:ext cx="105156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80" b="1">
                <a:solidFill>
                  <a:srgbClr val="7C3AED"/>
                </a:solidFill>
                <a:latin typeface="Aptos"/>
              </a:rPr>
              <a:t>GRAPH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22208" y="2542032"/>
            <a:ext cx="868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22208" y="2542032"/>
            <a:ext cx="50292" cy="438912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68512" y="2660903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State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68512" y="2871215"/>
            <a:ext cx="6400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working set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22208" y="3291840"/>
            <a:ext cx="868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22208" y="3291840"/>
            <a:ext cx="50292" cy="438912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68512" y="3410712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Node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8512" y="3621024"/>
            <a:ext cx="6400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boundary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22208" y="4041648"/>
            <a:ext cx="86868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22208" y="4041648"/>
            <a:ext cx="50292" cy="438912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68512" y="4160520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Gate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68512" y="4370832"/>
            <a:ext cx="6400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validate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1874519"/>
            <a:ext cx="1005840" cy="3429000"/>
          </a:xfrm>
          <a:prstGeom prst="rect">
            <a:avLst/>
          </a:prstGeom>
          <a:solidFill>
            <a:srgbClr val="FFF7ED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0696" y="2048256"/>
            <a:ext cx="73152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80" b="1">
                <a:solidFill>
                  <a:srgbClr val="EA580C"/>
                </a:solidFill>
                <a:latin typeface="Aptos"/>
              </a:rPr>
              <a:t>JUDGE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60" y="2578608"/>
            <a:ext cx="5303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95560" y="2578608"/>
            <a:ext cx="50292" cy="384048"/>
          </a:xfrm>
          <a:prstGeom prst="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41864" y="2697479"/>
            <a:ext cx="301751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Trace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41864" y="2907791"/>
            <a:ext cx="301751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events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95560" y="3319272"/>
            <a:ext cx="5303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95560" y="3319272"/>
            <a:ext cx="50292" cy="384048"/>
          </a:xfrm>
          <a:prstGeom prst="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41864" y="3438144"/>
            <a:ext cx="301751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Score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41864" y="3648456"/>
            <a:ext cx="301751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drift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95560" y="4059936"/>
            <a:ext cx="530352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195560" y="4059936"/>
            <a:ext cx="50292" cy="384048"/>
          </a:xfrm>
          <a:prstGeom prst="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41864" y="4178808"/>
            <a:ext cx="301751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Fix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41864" y="4389120"/>
            <a:ext cx="301751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loop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504688" y="3584448"/>
            <a:ext cx="54864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577840" y="3383280"/>
            <a:ext cx="45720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580" b="0">
                <a:solidFill>
                  <a:srgbClr val="64748B"/>
                </a:solidFill>
                <a:latin typeface="Aptos"/>
              </a:rPr>
              <a:t>source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360920" y="3584448"/>
            <a:ext cx="107899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543800" y="3383280"/>
            <a:ext cx="68580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580" b="0">
                <a:solidFill>
                  <a:srgbClr val="64748B"/>
                </a:solidFill>
                <a:latin typeface="Aptos"/>
              </a:rPr>
              <a:t>context pack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445752" y="3584448"/>
            <a:ext cx="658368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528048" y="3383280"/>
            <a:ext cx="45720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580" b="0">
                <a:solidFill>
                  <a:srgbClr val="64748B"/>
                </a:solidFill>
                <a:latin typeface="Aptos"/>
              </a:rPr>
              <a:t>events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8823960" y="4517136"/>
            <a:ext cx="1645920" cy="557784"/>
          </a:xfrm>
          <a:prstGeom prst="line">
            <a:avLst/>
          </a:prstGeom>
          <a:ln w="13970">
            <a:solidFill>
              <a:srgbClr val="16A3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189720" y="5093208"/>
            <a:ext cx="13258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580" b="0">
                <a:solidFill>
                  <a:srgbClr val="16A34A"/>
                </a:solidFill>
                <a:latin typeface="Aptos"/>
              </a:rPr>
              <a:t>feedback to graph/prompt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06440" y="5532120"/>
            <a:ext cx="3886200" cy="320040"/>
          </a:xfrm>
          <a:prstGeom prst="roundRect">
            <a:avLst/>
          </a:prstGeom>
          <a:solidFill>
            <a:srgbClr val="F8FAFC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89320" y="5641848"/>
            <a:ext cx="3474720" cy="822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0">
                <a:solidFill>
                  <a:srgbClr val="64748B"/>
                </a:solidFill>
                <a:latin typeface="Aptos"/>
              </a:rPr>
              <a:t>External services: LLM · Tools · Retriever · MCP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6236208"/>
            <a:ext cx="10927080" cy="9144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792" y="6355080"/>
            <a:ext cx="813816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Reference cues: documentation-grade boundaries, labeled flows, telemetry pipeline semantics, editable native PPT 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32918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00" b="1">
                <a:solidFill>
                  <a:srgbClr val="64748B"/>
                </a:solidFill>
                <a:latin typeface="Aptos"/>
              </a:rPr>
              <a:t>ARCHITECTURE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5943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700" b="1">
                <a:solidFill>
                  <a:srgbClr val="64748B"/>
                </a:solidFill>
                <a:latin typeface="Aptos"/>
              </a:rPr>
              <a:t>02/03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pple SD Gothic Neo"/>
              </a:rPr>
              <a:t>Judge Agent Architecture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65836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60" b="0">
                <a:solidFill>
                  <a:srgbClr val="64748B"/>
                </a:solidFill>
                <a:latin typeface="Apple SD Gothic Neo"/>
              </a:rPr>
              <a:t>컨텍스트가 어디서 생성되고, 어떤 런타임 경계를 지나, 어떤 증거로 평가되는지 표시합니다.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07592"/>
            <a:ext cx="1965960" cy="43891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1636776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Input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07592"/>
            <a:ext cx="2423160" cy="438912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1536192"/>
            <a:ext cx="2093976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1">
                <a:solidFill>
                  <a:srgbClr val="0D9488"/>
                </a:solidFill>
                <a:latin typeface="Aptos"/>
              </a:rPr>
              <a:t>Context Fabric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307592"/>
            <a:ext cx="2788920" cy="438912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1536192"/>
            <a:ext cx="2459736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1">
                <a:solidFill>
                  <a:srgbClr val="7C3AED"/>
                </a:solidFill>
                <a:latin typeface="Aptos"/>
              </a:rPr>
              <a:t>LangGraph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307592"/>
            <a:ext cx="2880360" cy="438912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536192"/>
            <a:ext cx="2551176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00" b="1">
                <a:solidFill>
                  <a:srgbClr val="EA580C"/>
                </a:solidFill>
                <a:latin typeface="Aptos"/>
              </a:rPr>
              <a:t>Telemetry &amp; Judge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011680"/>
            <a:ext cx="141732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2011680"/>
            <a:ext cx="50292" cy="530352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130552"/>
            <a:ext cx="11887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User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340864"/>
            <a:ext cx="118872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788920"/>
            <a:ext cx="141732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788920"/>
            <a:ext cx="50292" cy="530352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907791"/>
            <a:ext cx="11887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Logs /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118103"/>
            <a:ext cx="118872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artifact ref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566160"/>
            <a:ext cx="141732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3566160"/>
            <a:ext cx="50292" cy="530352"/>
          </a:xfrm>
          <a:prstGeom prst="rect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685032"/>
            <a:ext cx="118872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895344"/>
            <a:ext cx="118872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rules/schema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90672" y="1828800"/>
            <a:ext cx="1783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90672" y="1828800"/>
            <a:ext cx="50292" cy="502920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6976" y="1947672"/>
            <a:ext cx="15544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Context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6976" y="2157984"/>
            <a:ext cx="15544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include/select/exclude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0672" y="2606040"/>
            <a:ext cx="1783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90672" y="2606040"/>
            <a:ext cx="50292" cy="502920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2724912"/>
            <a:ext cx="15544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Packing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6976" y="2935224"/>
            <a:ext cx="15544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priority &amp; order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0672" y="3383280"/>
            <a:ext cx="1783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90672" y="3383280"/>
            <a:ext cx="50292" cy="502920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36976" y="3502152"/>
            <a:ext cx="15544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RAG /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36976" y="3712464"/>
            <a:ext cx="15544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source-aware snippets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90672" y="4160520"/>
            <a:ext cx="178308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90672" y="4160520"/>
            <a:ext cx="50292" cy="502920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36976" y="4279392"/>
            <a:ext cx="155448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Tool Projection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6976" y="4489704"/>
            <a:ext cx="155448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allowed tools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79008" y="1828800"/>
            <a:ext cx="2121408" cy="28712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2057400"/>
            <a:ext cx="16916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Apple SD Gothic Neo"/>
              </a:rPr>
              <a:t>StateGraph 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450592"/>
            <a:ext cx="54864" cy="256032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2500884"/>
            <a:ext cx="658368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40" b="1">
                <a:solidFill>
                  <a:srgbClr val="0F172A"/>
                </a:solidFill>
                <a:latin typeface="Aptos"/>
              </a:rPr>
              <a:t>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2500884"/>
            <a:ext cx="713232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70" b="0">
                <a:solidFill>
                  <a:srgbClr val="64748B"/>
                </a:solidFill>
                <a:latin typeface="Aptos"/>
              </a:rPr>
              <a:t>working memory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935224"/>
            <a:ext cx="54864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9632" y="2985516"/>
            <a:ext cx="658368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40" b="1">
                <a:solidFill>
                  <a:srgbClr val="0F172A"/>
                </a:solidFill>
                <a:latin typeface="Aptos"/>
              </a:rPr>
              <a:t>Node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2985516"/>
            <a:ext cx="713232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70" b="0">
                <a:solidFill>
                  <a:srgbClr val="64748B"/>
                </a:solidFill>
                <a:latin typeface="Aptos"/>
              </a:rPr>
              <a:t>context boundary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419856"/>
            <a:ext cx="54864" cy="25603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3470148"/>
            <a:ext cx="658368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40" b="1">
                <a:solidFill>
                  <a:srgbClr val="0F172A"/>
                </a:solidFill>
                <a:latin typeface="Aptos"/>
              </a:rPr>
              <a:t>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3470148"/>
            <a:ext cx="713232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70" b="0">
                <a:solidFill>
                  <a:srgbClr val="64748B"/>
                </a:solidFill>
                <a:latin typeface="Aptos"/>
              </a:rPr>
              <a:t>routing policy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904488"/>
            <a:ext cx="54864" cy="256032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3954780"/>
            <a:ext cx="658368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40" b="1">
                <a:solidFill>
                  <a:srgbClr val="0F172A"/>
                </a:solidFill>
                <a:latin typeface="Aptos"/>
              </a:rPr>
              <a:t>Checkpoint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3954780"/>
            <a:ext cx="713232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70" b="0">
                <a:solidFill>
                  <a:srgbClr val="64748B"/>
                </a:solidFill>
                <a:latin typeface="Aptos"/>
              </a:rPr>
              <a:t>resume / audit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9952" y="1938528"/>
            <a:ext cx="19659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59952" y="1938528"/>
            <a:ext cx="50292" cy="502920"/>
          </a:xfrm>
          <a:prstGeom prst="rect">
            <a:avLst/>
          </a:prstGeom>
          <a:solidFill>
            <a:srgbClr val="EA580C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06256" y="2057400"/>
            <a:ext cx="173736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TraceLogger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06256" y="2267712"/>
            <a:ext cx="173736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run_id + events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59952" y="2679192"/>
            <a:ext cx="19659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59952" y="2679192"/>
            <a:ext cx="50292" cy="502920"/>
          </a:xfrm>
          <a:prstGeom prst="rect">
            <a:avLst/>
          </a:prstGeom>
          <a:solidFill>
            <a:srgbClr val="DC2626"/>
          </a:solidFill>
          <a:ln w="50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2798064"/>
            <a:ext cx="173736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Validation Gate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3008376"/>
            <a:ext cx="173736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finish criteria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9952" y="3419856"/>
            <a:ext cx="19659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59952" y="3419856"/>
            <a:ext cx="50292" cy="502920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06256" y="3538728"/>
            <a:ext cx="173736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Judge Agent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06256" y="3749040"/>
            <a:ext cx="173736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drift evaluation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9952" y="4160520"/>
            <a:ext cx="19659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59952" y="4160520"/>
            <a:ext cx="50292" cy="502920"/>
          </a:xfrm>
          <a:prstGeom prst="rect">
            <a:avLst/>
          </a:prstGeom>
          <a:solidFill>
            <a:srgbClr val="16A34A"/>
          </a:solidFill>
          <a:ln w="50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06256" y="4279392"/>
            <a:ext cx="1737360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80" b="1">
                <a:solidFill>
                  <a:srgbClr val="0F172A"/>
                </a:solidFill>
                <a:latin typeface="Apple SD Gothic Neo"/>
              </a:rPr>
              <a:t>Feedback Loop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06256" y="4489704"/>
            <a:ext cx="1737360" cy="1280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50" b="0">
                <a:solidFill>
                  <a:srgbClr val="64748B"/>
                </a:solidFill>
                <a:latin typeface="Apple SD Gothic Neo"/>
              </a:rPr>
              <a:t>prompt/graph/tool fix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2304288" y="2075688"/>
            <a:ext cx="713232" cy="20116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304288" y="2852928"/>
            <a:ext cx="713232" cy="20116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304288" y="3630168"/>
            <a:ext cx="713232" cy="20116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937760" y="2084831"/>
            <a:ext cx="777240" cy="457201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937760" y="2852928"/>
            <a:ext cx="777240" cy="16459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937760" y="3511296"/>
            <a:ext cx="777240" cy="12801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955279" y="2194560"/>
            <a:ext cx="713233" cy="54864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955279" y="2944368"/>
            <a:ext cx="713233" cy="237744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6583680" y="4681728"/>
            <a:ext cx="3154680" cy="420624"/>
          </a:xfrm>
          <a:prstGeom prst="line">
            <a:avLst/>
          </a:prstGeom>
          <a:ln w="15240">
            <a:solidFill>
              <a:srgbClr val="16A3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40080" y="5989320"/>
            <a:ext cx="10652760" cy="347472"/>
          </a:xfrm>
          <a:prstGeom prst="roundRect">
            <a:avLst/>
          </a:prstGeom>
          <a:solidFill>
            <a:srgbClr val="FAFBFD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6108192"/>
            <a:ext cx="996696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20" b="0">
                <a:solidFill>
                  <a:srgbClr val="64748B"/>
                </a:solidFill>
                <a:latin typeface="Aptos"/>
              </a:rPr>
              <a:t>Design note: 레퍼런스처럼 “영역(zone) → 컴포넌트(node) → 관계(connector)” 순서로 읽히도록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329184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00" b="1">
                <a:solidFill>
                  <a:srgbClr val="64748B"/>
                </a:solidFill>
                <a:latin typeface="Aptos"/>
              </a:rPr>
              <a:t>TELEMETRY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92240"/>
            <a:ext cx="59436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700" b="1">
                <a:solidFill>
                  <a:srgbClr val="64748B"/>
                </a:solidFill>
                <a:latin typeface="Aptos"/>
              </a:rPr>
              <a:t>03/03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pple SD Gothic Neo"/>
              </a:rPr>
              <a:t>Drift Telemetry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896112"/>
            <a:ext cx="7498079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960" b="0">
                <a:solidFill>
                  <a:srgbClr val="64748B"/>
                </a:solidFill>
                <a:latin typeface="Apple SD Gothic Neo"/>
              </a:rPr>
              <a:t>OpenTelemetry Collector의 receiver → processor → exporter 패턴을 Agent trace에 맞춰 해석합니다.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10698480" cy="2743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057400" cy="123444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395728"/>
            <a:ext cx="1600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050" b="1">
                <a:solidFill>
                  <a:srgbClr val="2563EB"/>
                </a:solidFill>
                <a:latin typeface="Aptos"/>
              </a:rPr>
              <a:t>Receivers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24912"/>
            <a:ext cx="1627632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60" b="0">
                <a:solidFill>
                  <a:srgbClr val="334155"/>
                </a:solidFill>
                <a:latin typeface="Apple SD Gothic Neo"/>
              </a:rPr>
              <a:t>LLM / Tool / RAG / MCP events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80944" y="2761488"/>
            <a:ext cx="557784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148840"/>
            <a:ext cx="2057400" cy="1234440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395728"/>
            <a:ext cx="1600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050" b="1">
                <a:solidFill>
                  <a:srgbClr val="0D9488"/>
                </a:solidFill>
                <a:latin typeface="Aptos"/>
              </a:rPr>
              <a:t>Processors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724912"/>
            <a:ext cx="1627632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60" b="0">
                <a:solidFill>
                  <a:srgbClr val="334155"/>
                </a:solidFill>
                <a:latin typeface="Apple SD Gothic Neo"/>
              </a:rPr>
              <a:t>redact · summarize · correlate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24144" y="2761488"/>
            <a:ext cx="557784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2148840"/>
            <a:ext cx="2057400" cy="123444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395728"/>
            <a:ext cx="1600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050" b="1">
                <a:solidFill>
                  <a:srgbClr val="EA580C"/>
                </a:solidFill>
                <a:latin typeface="Aptos"/>
              </a:rPr>
              <a:t>Exporters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24912"/>
            <a:ext cx="1627632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60" b="0">
                <a:solidFill>
                  <a:srgbClr val="334155"/>
                </a:solidFill>
                <a:latin typeface="Apple SD Gothic Neo"/>
              </a:rPr>
              <a:t>JSONL · collector · dashboard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67344" y="2761488"/>
            <a:ext cx="557784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98280" y="2148840"/>
            <a:ext cx="2057400" cy="123444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395728"/>
            <a:ext cx="1600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1050" b="1">
                <a:solidFill>
                  <a:srgbClr val="7C3AED"/>
                </a:solidFill>
                <a:latin typeface="Aptos"/>
              </a:rPr>
              <a:t>Judge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724912"/>
            <a:ext cx="1627632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60" b="0">
                <a:solidFill>
                  <a:srgbClr val="334155"/>
                </a:solidFill>
                <a:latin typeface="Apple SD Gothic Neo"/>
              </a:rPr>
              <a:t>goal/tool/evidence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508760"/>
            <a:ext cx="123444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740" b="1">
                <a:solidFill>
                  <a:srgbClr val="64748B"/>
                </a:solidFill>
                <a:latin typeface="Aptos"/>
              </a:rPr>
              <a:t>event taxonomy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1417320"/>
            <a:ext cx="1234440" cy="228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39" y="1476756"/>
            <a:ext cx="1143000" cy="73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1">
                <a:solidFill>
                  <a:srgbClr val="2563EB"/>
                </a:solidFill>
                <a:latin typeface="Aptos"/>
              </a:rPr>
              <a:t>run_start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7" y="1417320"/>
            <a:ext cx="1234440" cy="228600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7" y="1476756"/>
            <a:ext cx="1143000" cy="73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1">
                <a:solidFill>
                  <a:srgbClr val="0D9488"/>
                </a:solidFill>
                <a:latin typeface="Aptos"/>
              </a:rPr>
              <a:t>instruction_snapshot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0056" y="1417320"/>
            <a:ext cx="1234440" cy="228600"/>
          </a:xfrm>
          <a:prstGeom prst="roundRect">
            <a:avLst/>
          </a:prstGeom>
          <a:solidFill>
            <a:srgbClr val="F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1476756"/>
            <a:ext cx="1143000" cy="73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1">
                <a:solidFill>
                  <a:srgbClr val="7C3AED"/>
                </a:solidFill>
                <a:latin typeface="Aptos"/>
              </a:rPr>
              <a:t>node_start/end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92824" y="1417320"/>
            <a:ext cx="1234440" cy="2286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1476756"/>
            <a:ext cx="1143000" cy="73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1">
                <a:solidFill>
                  <a:srgbClr val="EA580C"/>
                </a:solidFill>
                <a:latin typeface="Aptos"/>
              </a:rPr>
              <a:t>tool_start/end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5592" y="1417320"/>
            <a:ext cx="1234440" cy="22860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476756"/>
            <a:ext cx="1143000" cy="73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670" b="1">
                <a:solidFill>
                  <a:srgbClr val="DC2626"/>
                </a:solidFill>
                <a:latin typeface="Aptos"/>
              </a:rPr>
              <a:t>validation_result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160520"/>
            <a:ext cx="4663440" cy="1097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370832"/>
            <a:ext cx="128016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ptos"/>
              </a:rPr>
              <a:t>Processor policy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45152"/>
            <a:ext cx="777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Redact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4645152"/>
            <a:ext cx="3063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secrets / PII 제거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846320"/>
            <a:ext cx="777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Summarize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4846320"/>
            <a:ext cx="3063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raw → compact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047488"/>
            <a:ext cx="777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Correlate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2" y="5047488"/>
            <a:ext cx="306324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run_id / node / tool 연결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160520"/>
            <a:ext cx="5166360" cy="1097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4" y="4370832"/>
            <a:ext cx="1280160" cy="137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Aptos"/>
              </a:rPr>
              <a:t>Judge criteria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4645152"/>
            <a:ext cx="45720" cy="11887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4645152"/>
            <a:ext cx="6400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Goal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645152"/>
            <a:ext cx="33832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요청 목표와 최종 출력 일치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4846320"/>
            <a:ext cx="45720" cy="118872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4846320"/>
            <a:ext cx="6400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Tool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846320"/>
            <a:ext cx="33832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state 대비 tool 선택 타당성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5047488"/>
            <a:ext cx="45720" cy="118872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5047488"/>
            <a:ext cx="6400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1">
                <a:solidFill>
                  <a:srgbClr val="0F172A"/>
                </a:solidFill>
                <a:latin typeface="Aptos"/>
              </a:rPr>
              <a:t>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5047488"/>
            <a:ext cx="3383280" cy="91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r>
              <a:rPr sz="690" b="0">
                <a:solidFill>
                  <a:srgbClr val="64748B"/>
                </a:solidFill>
                <a:latin typeface="Apple SD Gothic Neo"/>
              </a:rPr>
              <a:t>claim ↔ tool/RAG 근거 연결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" y="5897880"/>
            <a:ext cx="10332720" cy="384048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" y="6016752"/>
            <a:ext cx="9829800" cy="1097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80" b="1">
                <a:solidFill>
                  <a:srgbClr val="0F172A"/>
                </a:solidFill>
                <a:latin typeface="Apple SD Gothic Neo"/>
              </a:rPr>
              <a:t>Telemetry는 로그 보관이 아니라 Judge Agent가 평가 가능한 증거 그래프로 변환되어야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