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1E40AF">
              <a:alpha val="15000"/>
            </a:srgbClr>
          </a:solidFill>
          <a:ln w="12700">
            <a:solidFill>
              <a:srgbClr val="1E40AF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011680"/>
            <a:ext cx="3200400" cy="3200400"/>
          </a:xfrm>
          <a:prstGeom prst="ellipse">
            <a:avLst/>
          </a:prstGeom>
          <a:solidFill>
            <a:srgbClr val="0EA5E9">
              <a:alpha val="10000"/>
            </a:srgbClr>
          </a:solidFill>
          <a:ln w="12700">
            <a:solidFill>
              <a:srgbClr val="0EA5E9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Drift Metrics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/ LangGraph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50292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Trace · LangChain Callback · LangGraph State 기반 Drift 탐지 지표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2026-05-14  |  Reference Agent Fixture 기준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SECTION 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Agent 구현 반영 사항  (2026-05-14)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우선 구현 metric은 실제 WebLog Reference Agent fixture에서 바로 검증 가능한 항목으로 재정렬한다.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우선순위는 reference_agent/weblog_agent/fixtures.py의 drift fixture를 기준으로 한다.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292608" cy="2926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13232" y="1783080"/>
            <a:ext cx="3858768" cy="658368"/>
          </a:xfrm>
          <a:prstGeom prst="rect">
            <a:avLst/>
          </a:prstGeom>
          <a:solidFill>
            <a:srgbClr val="1A2B5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18105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output_contract_compliance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68096" y="20848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 필수 section 준수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63440" y="1920240"/>
            <a:ext cx="292608" cy="2926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10912" y="1783080"/>
            <a:ext cx="3858768" cy="658368"/>
          </a:xfrm>
          <a:prstGeom prst="rect">
            <a:avLst/>
          </a:prstGeom>
          <a:solidFill>
            <a:srgbClr val="1A2B5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65776" y="18105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target_endpoint_consistency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65776" y="20848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targetPath, filter argument, metrics top_paths 일치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2633472"/>
            <a:ext cx="292608" cy="2926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633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13232" y="2496312"/>
            <a:ext cx="3858768" cy="658368"/>
          </a:xfrm>
          <a:prstGeom prst="rect">
            <a:avLst/>
          </a:prstGeom>
          <a:solidFill>
            <a:srgbClr val="1A2B5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25237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metric_result_consistency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68096" y="27980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계산 metrics와 final output claim 일치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63440" y="2633472"/>
            <a:ext cx="292608" cy="2926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2633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10912" y="2496312"/>
            <a:ext cx="3858768" cy="658368"/>
          </a:xfrm>
          <a:prstGeom prst="rect">
            <a:avLst/>
          </a:prstGeom>
          <a:solidFill>
            <a:srgbClr val="1A2B5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65776" y="25237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validation_path_coverage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65776" y="27980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validate_findings node와 validation_result 존재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346704"/>
            <a:ext cx="292608" cy="2926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346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3232" y="3209544"/>
            <a:ext cx="3858768" cy="658368"/>
          </a:xfrm>
          <a:prstGeom prst="rect">
            <a:avLst/>
          </a:prstGeom>
          <a:solidFill>
            <a:srgbClr val="1A2B5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" y="32369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parse_error_handling_score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68096" y="35112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error가 state/report/validation에 반영되는지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63440" y="3346704"/>
            <a:ext cx="292608" cy="2926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3346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10912" y="3209544"/>
            <a:ext cx="3858768" cy="658368"/>
          </a:xfrm>
          <a:prstGeom prst="rect">
            <a:avLst/>
          </a:prstGeom>
          <a:solidFill>
            <a:srgbClr val="1A2B5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65776" y="32369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rag_context_presence_and_usage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065776" y="35112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retrieve_runbook 결과와 report 반영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4059936"/>
            <a:ext cx="292608" cy="2926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059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13232" y="3922776"/>
            <a:ext cx="3858768" cy="658368"/>
          </a:xfrm>
          <a:prstGeom prst="rect">
            <a:avLst/>
          </a:prstGeom>
          <a:solidFill>
            <a:srgbClr val="1A2B5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8096" y="39502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mcp_context_presence_and_usage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68096" y="42245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owner/SLO/dependency metadata 반영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663440" y="4059936"/>
            <a:ext cx="292608" cy="2926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4059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010912" y="3922776"/>
            <a:ext cx="3858768" cy="658368"/>
          </a:xfrm>
          <a:prstGeom prst="rect">
            <a:avLst/>
          </a:prstGeom>
          <a:solidFill>
            <a:srgbClr val="1A2B5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65776" y="39502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chat_context_grounding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065776" y="42245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답변이 last_analysis에 근거하는지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SECTION 1-2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목적 및 Metric Categories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8412480" cy="868680"/>
          </a:xfrm>
          <a:prstGeom prst="rect">
            <a:avLst/>
          </a:prstGeom>
          <a:solidFill>
            <a:srgbClr val="E0ECF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54864" cy="868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6187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</a:rPr>
              <a:t>목적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5179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이 문서는 LangChain/LangGraph agent를 대상으로 우선 구현할 drift 탐지 지표를 정의한다.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범용 agent metric이 아니라, LangSmith trace / LangChain callback / LangGraph state transition에서 바로 계산 가능한 지표를 우선한다.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21284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초기 Metric Category (6개)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578608"/>
            <a:ext cx="13716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624328"/>
            <a:ext cx="274320" cy="2743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24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8912" y="29443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/ Instruction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810512" y="2578608"/>
            <a:ext cx="1371600" cy="9144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901952" y="2624328"/>
            <a:ext cx="274320" cy="2743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01952" y="2624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883664" y="29443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55264" y="2578608"/>
            <a:ext cx="13716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46704" y="2624328"/>
            <a:ext cx="274320" cy="2743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46704" y="2624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28416" y="29443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/ Retrieval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0016" y="2578608"/>
            <a:ext cx="1371600" cy="9144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91456" y="2624328"/>
            <a:ext cx="274320" cy="2743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2624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73168" y="29443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/ State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44768" y="2578608"/>
            <a:ext cx="13716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36208" y="2624328"/>
            <a:ext cx="274320" cy="2743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36208" y="2624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17920" y="29443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Flow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589520" y="2578608"/>
            <a:ext cx="1371600" cy="9144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680960" y="2624328"/>
            <a:ext cx="274320" cy="2743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0" y="2624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662672" y="29443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 / Completion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SECTION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/ Instruction Metrics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8412480" cy="1051560"/>
          </a:xfrm>
          <a:prstGeom prst="rect">
            <a:avLst/>
          </a:prstGeom>
          <a:solidFill>
            <a:srgbClr val="1A2B5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80160"/>
            <a:ext cx="54864" cy="10515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3502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instruction_adherence_score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591056"/>
            <a:ext cx="8046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EF4FF"/>
                </a:solidFill>
              </a:rPr>
              <a:t>• 범위: 0.0~1.0  |  방법: LLM judge + rule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1810512"/>
            <a:ext cx="8046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EF4FF"/>
                </a:solidFill>
              </a:rPr>
              <a:t>• evidence: system/developer/user instruction, final output, relevant trace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2029968"/>
            <a:ext cx="8046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EF4FF"/>
                </a:solidFill>
              </a:rPr>
              <a:t>• Drift 예: 요구 형식 미준수 / tool 사용 정책 위반 / 사용자 요청 일부 누락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468880"/>
            <a:ext cx="8412480" cy="1051560"/>
          </a:xfrm>
          <a:prstGeom prst="rect">
            <a:avLst/>
          </a:prstGeom>
          <a:solidFill>
            <a:srgbClr val="1A2B5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468880"/>
            <a:ext cx="54864" cy="10515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52374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output_format_compliance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2779776"/>
            <a:ext cx="8046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EF4FF"/>
                </a:solidFill>
              </a:rPr>
              <a:t>• 방법: deterministic parser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999232"/>
            <a:ext cx="8046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EF4FF"/>
                </a:solidFill>
              </a:rPr>
              <a:t>• 예: JSON schema, markdown section, bullet format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657600"/>
            <a:ext cx="8412480" cy="1051560"/>
          </a:xfrm>
          <a:prstGeom prst="rect">
            <a:avLst/>
          </a:prstGeom>
          <a:solidFill>
            <a:srgbClr val="1A2B5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657600"/>
            <a:ext cx="54864" cy="10515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71246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prompt_template_version_present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968496"/>
            <a:ext cx="8046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EF4FF"/>
                </a:solidFill>
              </a:rPr>
              <a:t>• 목적: prompt 변경에 따른 regression 추적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4187952"/>
            <a:ext cx="8046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EF4FF"/>
                </a:solidFill>
              </a:rPr>
              <a:t>• 누락 시 observability gap 발생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SECTION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 Metrics (1/2)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84124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E3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80160"/>
            <a:ext cx="54864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3502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tool_selection_accuracy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60934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계산 방식: expected tool이 있으면 exact/set match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183794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expected tool이 없으면 LLM judge로 necessity 판단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468880"/>
            <a:ext cx="84124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E3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468880"/>
            <a:ext cx="54864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52374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tool_argument_correctness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79806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체크: required field 존재 / type 일치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302666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context/state에 근거한 값인지 / hallucinated value 여부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657600"/>
            <a:ext cx="84124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E3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657600"/>
            <a:ext cx="54864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71246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tool_error_handling_score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9867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Drift 예: tool error 무시 / 같은 실패 반복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42153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실패했는데 성공처럼 응답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SECTION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 Metrics (2/2)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8412480" cy="1143000"/>
          </a:xfrm>
          <a:prstGeom prst="rect">
            <a:avLst/>
          </a:prstGeom>
          <a:solidFill>
            <a:srgbClr val="1A2B5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80160"/>
            <a:ext cx="54864" cy="1143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5331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redundant_tool_call_count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F4FF"/>
                </a:solidFill>
              </a:rPr>
              <a:t>• Drift 예: 동일 query로 search 반복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90195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F4FF"/>
                </a:solidFill>
              </a:rPr>
              <a:t>• 동일 file read 반복 / 같은 tool call loop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606040"/>
            <a:ext cx="8412480" cy="1143000"/>
          </a:xfrm>
          <a:prstGeom prst="rect">
            <a:avLst/>
          </a:prstGeom>
          <a:solidFill>
            <a:srgbClr val="1A2B5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606040"/>
            <a:ext cx="54864" cy="1143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791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tool_result_grounding_score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97180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F4FF"/>
                </a:solidFill>
              </a:rPr>
              <a:t>• Drift 예: tool result와 반대 결론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22783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F4FF"/>
                </a:solidFill>
              </a:rPr>
              <a:t>• 없는 결과를 있다고 주장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SECTION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/ Retrieval Metrics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416966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1E3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80160"/>
            <a:ext cx="54864" cy="1280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34416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retrieval_context_relevance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5488" y="1645920"/>
            <a:ext cx="4005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retriever가 가져온 document/chunk가 user input과 관련 있는지.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08576" y="1280160"/>
            <a:ext cx="416966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1E3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08576" y="1280160"/>
            <a:ext cx="54864" cy="1280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134416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retrieval_context_precision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18304" y="1645920"/>
            <a:ext cx="4005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retrieved chunk 중 관련 있는 chunk의 비율.  →  relevant_chunks / retrieved_chunks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697480"/>
            <a:ext cx="416966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1E3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697480"/>
            <a:ext cx="54864" cy="1280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76148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answer_context_groundedness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5488" y="3063240"/>
            <a:ext cx="4005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Drift 예: source 없는 사실 주장 / retrieved context와 충돌 / 낮은 score context를 확정 근거로 사용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08576" y="2697480"/>
            <a:ext cx="416966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1E3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08576" y="2697480"/>
            <a:ext cx="54864" cy="1280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18304" y="276148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missing_required_context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18304" y="3063240"/>
            <a:ext cx="4005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답변에 필요한 context가 검색되지 않았는지.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  reference fixture가 있을 때 우선 계산. 없으면 LLM judge로 판단.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SECTION 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/ State Metrics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4169664" cy="1261872"/>
          </a:xfrm>
          <a:prstGeom prst="rect">
            <a:avLst/>
          </a:prstGeom>
          <a:solidFill>
            <a:srgbClr val="1A2B5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80160"/>
            <a:ext cx="54864" cy="1261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34416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memory_claim_supported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5488" y="1645920"/>
            <a:ext cx="400507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F4FF"/>
                </a:solidFill>
              </a:rPr>
              <a:t>agent가 ‘기억한다’고 주장한 내용이 memory/state에 존재하는지.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08576" y="1280160"/>
            <a:ext cx="4169664" cy="1261872"/>
          </a:xfrm>
          <a:prstGeom prst="rect">
            <a:avLst/>
          </a:prstGeom>
          <a:solidFill>
            <a:srgbClr val="1A2B5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08576" y="1280160"/>
            <a:ext cx="54864" cy="1261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134416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state_freshness_score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18304" y="1645920"/>
            <a:ext cx="400507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F4FF"/>
                </a:solidFill>
              </a:rPr>
              <a:t>LangGraph state/checkpoint가 최신인지.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EF4FF"/>
                </a:solidFill>
              </a:rPr>
              <a:t>Drift 예: 이전 run의 stale state 사용 / update되어야 할 field가 갱신되지 않음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697480"/>
            <a:ext cx="4169664" cy="1261872"/>
          </a:xfrm>
          <a:prstGeom prst="rect">
            <a:avLst/>
          </a:prstGeom>
          <a:solidFill>
            <a:srgbClr val="1A2B5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697480"/>
            <a:ext cx="54864" cy="1261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76148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state_value_grounding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5488" y="3063240"/>
            <a:ext cx="400507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F4FF"/>
                </a:solidFill>
              </a:rPr>
              <a:t>node가 사용한 state 값이 이전 event에서 생성/검증된 값인지.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08576" y="2697480"/>
            <a:ext cx="4169664" cy="1261872"/>
          </a:xfrm>
          <a:prstGeom prst="rect">
            <a:avLst/>
          </a:prstGeom>
          <a:solidFill>
            <a:srgbClr val="1A2B5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08576" y="2697480"/>
            <a:ext cx="54864" cy="1261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18304" y="276148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memory_update_correctness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18304" y="3063240"/>
            <a:ext cx="400507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F4FF"/>
                </a:solidFill>
              </a:rPr>
              <a:t>저장해야 할 memory를 저장했고, 저장하면 안 되는 내용을 저장하지 않았는지.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SECTION 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Flow Metrics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275539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E3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80160"/>
            <a:ext cx="54864" cy="1417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344168"/>
            <a:ext cx="259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node_sequence_correctness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75488" y="1664208"/>
            <a:ext cx="25908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실행된 node 순서가 기대 workflow와 맞는지.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Drift 예: validation node skip / approval node skip / error branch 대신 success branch 실행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194304" y="1280160"/>
            <a:ext cx="275539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E3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94304" y="1280160"/>
            <a:ext cx="54864" cy="1417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04032" y="1344168"/>
            <a:ext cx="259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edge_decision_correctness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304032" y="1664208"/>
            <a:ext cx="25908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conditional edge 선택이 state/tool result와 맞는지.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022848" y="1280160"/>
            <a:ext cx="275539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E3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22848" y="1280160"/>
            <a:ext cx="54864" cy="1417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32576" y="1344168"/>
            <a:ext cx="259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node_loop_count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132576" y="1664208"/>
            <a:ext cx="25908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같은 node 반복 횟수.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2816352"/>
            <a:ext cx="4169664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3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816352"/>
            <a:ext cx="54864" cy="1325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88036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graph_completion_path_valid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5488" y="3182112"/>
            <a:ext cx="4005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종료 node까지의 path가 정상 완료 path인지.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08576" y="2816352"/>
            <a:ext cx="4169664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3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08576" y="2816352"/>
            <a:ext cx="54864" cy="1325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18304" y="288036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required_checkpoint_present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18304" y="3182112"/>
            <a:ext cx="4005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중요 node 이후 checkpoint/state snapshot이 존재하는지.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SECTION 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 / Completion Metrics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4169664" cy="1280160"/>
          </a:xfrm>
          <a:prstGeom prst="rect">
            <a:avLst/>
          </a:prstGeom>
          <a:solidFill>
            <a:srgbClr val="1A2B5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80160"/>
            <a:ext cx="54864" cy="12801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34416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task_completion_score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5488" y="1645920"/>
            <a:ext cx="4005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F4FF"/>
                </a:solidFill>
              </a:rPr>
              <a:t>사용자 요청이 완료되었는지.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08576" y="1280160"/>
            <a:ext cx="4169664" cy="1280160"/>
          </a:xfrm>
          <a:prstGeom prst="rect">
            <a:avLst/>
          </a:prstGeom>
          <a:solidFill>
            <a:srgbClr val="1A2B5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08576" y="1280160"/>
            <a:ext cx="54864" cy="12801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134416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verification_coverage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18304" y="1645920"/>
            <a:ext cx="4005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F4FF"/>
                </a:solidFill>
              </a:rPr>
              <a:t>완료 전 필요한 검증을 수행했는지.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EF4FF"/>
                </a:solidFill>
              </a:rPr>
              <a:t>예: file write 후 read/diff/test / tool action 후 result 확인 / retrieval 후 source 확인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697480"/>
            <a:ext cx="4169664" cy="1280160"/>
          </a:xfrm>
          <a:prstGeom prst="rect">
            <a:avLst/>
          </a:prstGeom>
          <a:solidFill>
            <a:srgbClr val="1A2B5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697480"/>
            <a:ext cx="54864" cy="12801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76148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final_answer_consistency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5488" y="3063240"/>
            <a:ext cx="4005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F4FF"/>
                </a:solidFill>
              </a:rPr>
              <a:t>final answer가 trace의 실제 실행 결과와 일치하는지.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08576" y="2697480"/>
            <a:ext cx="4169664" cy="1280160"/>
          </a:xfrm>
          <a:prstGeom prst="rect">
            <a:avLst/>
          </a:prstGeom>
          <a:solidFill>
            <a:srgbClr val="1A2B5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08576" y="2697480"/>
            <a:ext cx="54864" cy="12801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18304" y="276148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hallucinated_completion_claim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18304" y="3063240"/>
            <a:ext cx="4005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F4FF"/>
                </a:solidFill>
              </a:rPr>
              <a:t>실제로 수행하지 않은 일을 완료했다고 말했는지.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SECTION 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기준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80160"/>
            <a:ext cx="20574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E3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80160"/>
            <a:ext cx="205740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2801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Critical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7373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승인 없이 외부/파괴적 action 수행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286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민감정보 노출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834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잘못된 tool action으로 실제 피해 가능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41448" y="1280160"/>
            <a:ext cx="20574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E3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41448" y="1280160"/>
            <a:ext cx="205740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12801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High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32888" y="17373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tool failure를 성공으로 보고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532888" y="2286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validation/approval node skip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32888" y="2834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hallucinated tool argument로 action 수행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32888" y="3383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context와 반대되는 답변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62856" y="1280160"/>
            <a:ext cx="20574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E3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62856" y="1280160"/>
            <a:ext cx="2057400" cy="41148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36008" y="12801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Medium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54296" y="17373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B308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일부 요구사항 누락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54296" y="2286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B308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중복 tool/node loop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54296" y="2834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B308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낮은 groundedness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654296" y="3383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B308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state update 누락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684264" y="1280160"/>
            <a:ext cx="20574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E3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684264" y="1280160"/>
            <a:ext cx="2057400" cy="411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57416" y="12801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Low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775704" y="17373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경미한 format 위반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775704" y="2286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경미한 장황함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775704" y="2834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영향 낮은 observability gap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SECTION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우선순위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62456"/>
            <a:ext cx="320040" cy="320040"/>
          </a:xfrm>
          <a:prstGeom prst="ellipse">
            <a:avLst/>
          </a:prstGeom>
          <a:solidFill>
            <a:srgbClr val="3B82F6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624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04672" y="1399032"/>
            <a:ext cx="7772400" cy="256032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1399032"/>
            <a:ext cx="7772400" cy="2560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38074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tool_argument_correctness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856232"/>
            <a:ext cx="320040" cy="320040"/>
          </a:xfrm>
          <a:prstGeom prst="ellipse">
            <a:avLst/>
          </a:prstGeom>
          <a:solidFill>
            <a:srgbClr val="3B82F6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8562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" y="1892808"/>
            <a:ext cx="7772400" cy="256032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" y="1892808"/>
            <a:ext cx="6995160" cy="2560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18745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tool_error_handling_score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350008"/>
            <a:ext cx="320040" cy="320040"/>
          </a:xfrm>
          <a:prstGeom prst="ellipse">
            <a:avLst/>
          </a:prstGeom>
          <a:solidFill>
            <a:srgbClr val="3B82F6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3500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4672" y="2386584"/>
            <a:ext cx="7772400" cy="256032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" y="2386584"/>
            <a:ext cx="6217920" cy="2560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236829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answer_context_groundedness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2843784"/>
            <a:ext cx="320040" cy="320040"/>
          </a:xfrm>
          <a:prstGeom prst="ellipse">
            <a:avLst/>
          </a:prstGeom>
          <a:solidFill>
            <a:srgbClr val="1A2B5A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8437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4672" y="2880360"/>
            <a:ext cx="7772400" cy="256032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" y="2880360"/>
            <a:ext cx="544068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" y="286207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node_sequence_correctness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3337560"/>
            <a:ext cx="320040" cy="320040"/>
          </a:xfrm>
          <a:prstGeom prst="ellipse">
            <a:avLst/>
          </a:prstGeom>
          <a:solidFill>
            <a:srgbClr val="1A2B5A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4672" y="3374136"/>
            <a:ext cx="7772400" cy="256032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4672" y="3374136"/>
            <a:ext cx="466344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9536" y="335584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verification_coverage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3831336"/>
            <a:ext cx="320040" cy="320040"/>
          </a:xfrm>
          <a:prstGeom prst="ellipse">
            <a:avLst/>
          </a:prstGeom>
          <a:solidFill>
            <a:srgbClr val="1A2B5A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8313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6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04672" y="3867912"/>
            <a:ext cx="7772400" cy="256032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4672" y="3867912"/>
            <a:ext cx="388620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9536" y="384962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instruction_adherence_score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65760" y="4325112"/>
            <a:ext cx="320040" cy="320040"/>
          </a:xfrm>
          <a:prstGeom prst="ellipse">
            <a:avLst/>
          </a:prstGeom>
          <a:solidFill>
            <a:srgbClr val="1A2B5A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3251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7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04672" y="4361688"/>
            <a:ext cx="7772400" cy="256032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4672" y="4361688"/>
            <a:ext cx="310896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9536" y="43434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redundant_tool_call_count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APPENDIX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RAG / MCP 추가 Drift Metrics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LangGraph ReAct agent를 대상으로 rule checker와 LLM judge를 혼합해 계산한다.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4169664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1E3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00200"/>
            <a:ext cx="54864" cy="7315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645920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react_step_completeness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" y="1929384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Thought/Action/Observation sequence가 완전한가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08576" y="1600200"/>
            <a:ext cx="4169664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1E3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08576" y="1600200"/>
            <a:ext cx="54864" cy="7315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8304" y="1645920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action_grounding_score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18304" y="1929384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action argument가 user input/state/observation에서 근거를 갖는가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2404872"/>
            <a:ext cx="4169664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1E3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404872"/>
            <a:ext cx="54864" cy="7315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450592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observation_utilization_score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" y="2734056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tool observation이 다음 reasoning/final report에 반영되는가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08576" y="2404872"/>
            <a:ext cx="4169664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1E3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08576" y="2404872"/>
            <a:ext cx="54864" cy="731520"/>
          </a:xfrm>
          <a:prstGeom prst="rect">
            <a:avLst/>
          </a:prstGeom>
          <a:solidFill>
            <a:srgbClr val="0EA5E9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18304" y="2450592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rag_relevance_score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18304" y="2734056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retrieval query와 retrieved document가 task와 관련 있는가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3209544"/>
            <a:ext cx="4169664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1E3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209544"/>
            <a:ext cx="54864" cy="731520"/>
          </a:xfrm>
          <a:prstGeom prst="rect">
            <a:avLst/>
          </a:prstGeom>
          <a:solidFill>
            <a:srgbClr val="0EA5E9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255264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rag_grounding_score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488" y="3538728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final answer의 RAG 기반 주장이 retrieved context에 근거하는가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08576" y="3209544"/>
            <a:ext cx="4169664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1E3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08576" y="3209544"/>
            <a:ext cx="54864" cy="731520"/>
          </a:xfrm>
          <a:prstGeom prst="rect">
            <a:avLst/>
          </a:prstGeom>
          <a:solidFill>
            <a:srgbClr val="1E40A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18304" y="3255264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mcp_context_correctness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18304" y="3538728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MCP metadata가 target service/path와 일치하는가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4014216"/>
            <a:ext cx="4169664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1E3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5760" y="4014216"/>
            <a:ext cx="54864" cy="731520"/>
          </a:xfrm>
          <a:prstGeom prst="rect">
            <a:avLst/>
          </a:prstGeom>
          <a:solidFill>
            <a:srgbClr val="1E40A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4059936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mcp_usage_score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" y="4343400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owner/SLO/deployment metadata를 적절히 사용했는가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08576" y="4014216"/>
            <a:ext cx="4169664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1E3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08576" y="4014216"/>
            <a:ext cx="54864" cy="731520"/>
          </a:xfrm>
          <a:prstGeom prst="rect">
            <a:avLst/>
          </a:prstGeom>
          <a:solidFill>
            <a:srgbClr val="1E40A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18304" y="4059936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react_finish_readiness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18304" y="4343400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충분한 tool/RAG/MCP observation 전에 finish하지 않았는가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Drift Metrics: LangChain/LangGraph</dc:title>
  <dc:subject>PptxGenJS Presentation</dc:subject>
  <dc:creator>PptxGenJS</dc:creator>
  <cp:lastModifiedBy>PptxGenJS</cp:lastModifiedBy>
  <cp:revision>1</cp:revision>
  <dcterms:created xsi:type="dcterms:W3CDTF">2026-05-15T05:14:29Z</dcterms:created>
  <dcterms:modified xsi:type="dcterms:W3CDTF">2026-05-15T05:14:29Z</dcterms:modified>
</cp:coreProperties>
</file>